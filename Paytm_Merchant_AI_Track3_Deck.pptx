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05840"/>
            <a:ext cx="1054577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3444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AF2"/>
                </a:solidFill>
              </a:defRPr>
            </a:pPr>
            <a:r>
              <a:t>⚡ TRACK 3: AUTONOMOUS AI TEAMMATES  |  HACKBRIVEN 2026</a:t>
            </a:r>
          </a:p>
          <a:p>
            <a:pPr>
              <a:spcBef>
                <a:spcPts val="400"/>
              </a:spcBef>
              <a:defRPr sz="4200" b="1">
                <a:solidFill>
                  <a:srgbClr val="002970"/>
                </a:solidFill>
              </a:defRPr>
            </a:pPr>
            <a:r>
              <a:t>Paytm Merchant AI Teammate</a:t>
            </a:r>
          </a:p>
          <a:p>
            <a:pPr>
              <a:spcBef>
                <a:spcPts val="400"/>
              </a:spcBef>
              <a:defRPr sz="2000" b="1">
                <a:solidFill>
                  <a:srgbClr val="00BAF2"/>
                </a:solidFill>
              </a:defRPr>
            </a:pPr>
            <a:r>
              <a:t>"AI teammates that don't just respond; they get the job done."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An autonomous operational colleague for Paytm merchants — auditing cashflow, dispatching WhatsApp payment reminders, and liquidating dead stock with zero human prompting.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297680"/>
            <a:ext cx="3017520" cy="14630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/>
          <a:lstStyle/>
          <a:p>
            <a:pPr algn="ctr">
              <a:defRPr sz="1400" b="1">
                <a:solidFill>
                  <a:srgbClr val="002970"/>
                </a:solidFill>
              </a:defRPr>
            </a:pPr>
            <a:r>
              <a:t>Autonomous Initiative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1-click scan audits ledger &amp; executes actions without prompts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297680"/>
            <a:ext cx="3017520" cy="14630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/>
          <a:lstStyle/>
          <a:p>
            <a:pPr algn="ctr">
              <a:defRPr sz="1400" b="1">
                <a:solidFill>
                  <a:srgbClr val="002970"/>
                </a:solidFill>
              </a:defRPr>
            </a:pPr>
            <a:r>
              <a:t>Paytm UPI Recovery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WhatsApp recovery messages with live merchant UPI links embedded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297680"/>
            <a:ext cx="3017520" cy="14630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/>
          <a:lstStyle/>
          <a:p>
            <a:pPr algn="ctr">
              <a:defRPr sz="1400" b="1">
                <a:solidFill>
                  <a:srgbClr val="002970"/>
                </a:solidFill>
              </a:defRPr>
            </a:pPr>
            <a:r>
              <a:t>Live Cloud Deployment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https://paytm-merchant-ai-2kzmjgpc4z5egbdfefgyjd.streamlit.app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AF2"/>
                </a:solidFill>
              </a:defRPr>
            </a:pPr>
            <a:r>
              <a:t>01 / TRACK 3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970"/>
                </a:solidFill>
              </a:defRPr>
            </a:pPr>
            <a:r>
              <a:t>The Problem: Chatbots Answer Questions, They Don't Get Work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0" lIns="274320" rIns="274320"/>
          <a:lstStyle/>
          <a:p>
            <a:pPr algn="ctr">
              <a:defRPr sz="2000" b="1">
                <a:solidFill>
                  <a:srgbClr val="002970"/>
                </a:solidFill>
              </a:defRPr>
            </a:pPr>
            <a:r>
              <a:t>Chatbots are Passive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Current merchant bots sit idle waiting for queries. But busy merchants work 14-hour days and do not have time to prompt a chatbot or analyze 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283464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THE REACTIVE TRAP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0" lIns="274320" rIns="274320"/>
          <a:lstStyle/>
          <a:p>
            <a:pPr algn="ctr">
              <a:defRPr sz="2000" b="1">
                <a:solidFill>
                  <a:srgbClr val="002970"/>
                </a:solidFill>
              </a:defRPr>
            </a:pPr>
            <a:r>
              <a:t>Uncollected Udhaar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Over ₹25,000+ is routinely locked in customer credit. Shopkeepers feel awkward making debt collection calls, directly hurting working capital.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011680"/>
            <a:ext cx="283464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THE CASHFLOW DRAIN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3736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0" lIns="274320" rIns="274320"/>
          <a:lstStyle/>
          <a:p>
            <a:pPr algn="ctr">
              <a:defRPr sz="2000" b="1">
                <a:solidFill>
                  <a:srgbClr val="002970"/>
                </a:solidFill>
              </a:defRPr>
            </a:pPr>
            <a:r>
              <a:t>Dead Capital on Shelves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</a:defRPr>
            </a:pPr>
            <a:r>
              <a:t>Slow-moving inventory sits for 40+ days. Merchants need an autonomous colleague that identifies dead stock and liquidates it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9" y="2011680"/>
            <a:ext cx="2834640" cy="365760"/>
          </a:xfrm>
          <a:prstGeom prst="round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OPERATIONAL BOTTLENECK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AF2"/>
                </a:solidFill>
              </a:defRPr>
            </a:pPr>
            <a:r>
              <a:t>02 / LIVE SYSTEM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970"/>
                </a:solidFill>
              </a:defRPr>
            </a:pPr>
            <a:r>
              <a:t>Our Prototype: 4 Autonomous Actions Executed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274320"/>
          <a:lstStyle/>
          <a:p>
            <a:pPr algn="ctr">
              <a:defRPr sz="1700" b="1">
                <a:solidFill>
                  <a:srgbClr val="002970"/>
                </a:solidFill>
              </a:defRPr>
            </a:pPr>
            <a:r>
              <a:t>1-Click Autonomous Business Audit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Proactively audits sales velocity, overdue customer balances, and stock turnover without manual command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164592" cy="2011680"/>
          </a:xfrm>
          <a:prstGeom prst="round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274320"/>
          <a:lstStyle/>
          <a:p>
            <a:pPr algn="ctr">
              <a:defRPr sz="1700" b="1">
                <a:solidFill>
                  <a:srgbClr val="002970"/>
                </a:solidFill>
              </a:defRPr>
            </a:pPr>
            <a:r>
              <a:t>WhatsApp Payment Recovery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Drafts and dispatches polite WhatsApp reminders with embedded Paytm UPI payment links directly to overdue customers.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164592" cy="2011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402336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274320"/>
          <a:lstStyle/>
          <a:p>
            <a:pPr algn="ctr">
              <a:defRPr sz="1700" b="1">
                <a:solidFill>
                  <a:srgbClr val="002970"/>
                </a:solidFill>
              </a:defRPr>
            </a:pPr>
            <a:r>
              <a:t>Dead-Stock Clearance Engine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Calculates inventory turnover, flags items sitting &gt;30 days, and auto-drafts targeted 15% flash discount campaigns.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23360"/>
            <a:ext cx="164592" cy="2011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402336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274320"/>
          <a:lstStyle/>
          <a:p>
            <a:pPr algn="ctr">
              <a:defRPr sz="1700" b="1">
                <a:solidFill>
                  <a:srgbClr val="002970"/>
                </a:solidFill>
              </a:defRPr>
            </a:pPr>
            <a:r>
              <a:t>Predictive Restock Automation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Monitors stock run-rates and queues vendor restock alerts before high-velocity products stock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23360"/>
            <a:ext cx="164592" cy="20116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AF2"/>
                </a:solidFill>
              </a:defRPr>
            </a:pPr>
            <a:r>
              <a:t>03 / 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970"/>
                </a:solidFill>
              </a:defRPr>
            </a:pPr>
            <a:r>
              <a:t>System Architecture: LangGraph ReAct Decision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1400" b="1">
                <a:solidFill>
                  <a:srgbClr val="00BAF2"/>
                </a:solidFill>
              </a:defRPr>
            </a:pPr>
            <a:r>
              <a:t>1. Paytm Telemetry</a:t>
            </a:r>
          </a:p>
          <a:p>
            <a:pPr>
              <a:spcBef>
                <a:spcPts val="400"/>
              </a:spcBef>
              <a:defRPr sz="1600" b="1">
                <a:solidFill>
                  <a:srgbClr val="002970"/>
                </a:solidFill>
              </a:defRPr>
            </a:pPr>
            <a:r>
              <a:t>Multi-Store Ingestion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Live telemetry: sales trends, pending receivables, Paytm MID, UPI ID, and inventory run-rate.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3008" y="182880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1400" b="1">
                <a:solidFill>
                  <a:srgbClr val="002970"/>
                </a:solidFill>
              </a:defRPr>
            </a:pPr>
            <a:r>
              <a:t>2. ReAct Agent Engine</a:t>
            </a:r>
          </a:p>
          <a:p>
            <a:pPr>
              <a:spcBef>
                <a:spcPts val="400"/>
              </a:spcBef>
              <a:defRPr sz="1600" b="1">
                <a:solidFill>
                  <a:srgbClr val="002970"/>
                </a:solidFill>
              </a:defRPr>
            </a:pPr>
            <a:r>
              <a:t>Gemini Flash + LangGraph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Autonomous reasoning loop that plans and calls tools dynamically without requiring user prompts.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82880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5-Tier Resilient Fallback</a:t>
            </a:r>
          </a:p>
          <a:p>
            <a:pPr>
              <a:spcBef>
                <a:spcPts val="400"/>
              </a:spcBef>
              <a:defRPr sz="1600" b="1">
                <a:solidFill>
                  <a:srgbClr val="002970"/>
                </a:solidFill>
              </a:defRPr>
            </a:pPr>
            <a:r>
              <a:t>Zero-Failure Guarantee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Automatic cascade across Gemini 2.5/1.5 Flash, Pro, and an instant zero-latency deterministic rule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33104" y="182880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4. Live Action Feed</a:t>
            </a:r>
          </a:p>
          <a:p>
            <a:pPr>
              <a:spcBef>
                <a:spcPts val="400"/>
              </a:spcBef>
              <a:defRPr sz="1600" b="1">
                <a:solidFill>
                  <a:srgbClr val="002970"/>
                </a:solidFill>
              </a:defRPr>
            </a:pPr>
            <a:r>
              <a:t>Proof of Autonomy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Clean dashboard with auditable expanders showing executed WhatsApp payloads, promo drafts, and reorders.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AF2"/>
                </a:solidFill>
              </a:defRPr>
            </a:pPr>
            <a:r>
              <a:t>04 / BUSINESS IMPACT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970"/>
                </a:solidFill>
              </a:defRPr>
            </a:pPr>
            <a:r>
              <a:t>Measurable Business ROI &amp; HackBriven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defRPr sz="1800" b="1">
                <a:solidFill>
                  <a:srgbClr val="002970"/>
                </a:solidFill>
              </a:defRPr>
            </a:pPr>
            <a:r>
              <a:t>Live Prototype Verification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1. Multi-Profile Cockpit: Custom Store mode + Retail &amp; Cafe presets with real Paytm UPI linking.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2. Click "Run Full AI Scan": Agent executes tools autonomously in &lt;3s (zero API key required).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3. Live Action Feed: Expand dispatched WhatsApp reminder payloads &amp; promo drafts.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4. Persistent Chat: Multi-turn conversational memory for on-demand merchant queries.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5. Live Deployed URL: https://paytm-merchant-ai-2kzmjgpc4z5egbdfefgyjd.streamlit.app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₹25,000+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Cashflow Recovered / Month - Via automated polite WhatsApp payment reminders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27832"/>
            <a:ext cx="51206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400" b="1">
                <a:solidFill>
                  <a:srgbClr val="00BAF2"/>
                </a:solidFill>
              </a:defRPr>
            </a:pPr>
            <a:r>
              <a:t>10 hrs / wk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Merchant Time Saved - Zero manual ledger calculations or follow-up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18304"/>
            <a:ext cx="51206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Zero Friction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Instant Auto-Scan Mode - Works out-of-the-box with built-in resilient autonomous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